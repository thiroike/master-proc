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08080"/>
    <a:srgbClr val="008000"/>
    <a:srgbClr val="90EE90"/>
    <a:srgbClr val="0000FF"/>
    <a:srgbClr val="AD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F6D933-F475-47B7-A8F6-48C2F2FE2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75EA8E9-7353-46A2-95A9-2AA95B5F4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84BD18-A425-42B7-9370-A71704DB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088CE0-61FD-42E6-8EA0-2F41FEFA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8F7B41-D56F-4368-AD62-FA84B735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88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338B7-D093-4578-86FE-E484187B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137C3D-78E7-4A6B-8ED3-B30CD963F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0E44A3-6E26-49F9-8EF2-D2C703D0B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95EE8E-CFD6-429E-913F-B7D36774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475C93-DF15-453A-AF1E-D25F48E1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81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9DB4A1-638D-402E-B73D-D543DF2A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DA005C-7E97-4BCC-A7BF-43C708102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F24369-416E-4DBD-9538-D7C6C7B74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C687B3-9012-40E3-8005-417374CE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01E410-7241-4CE9-97FB-5CA32DBD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124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565B2-946D-4D19-B37F-6D748127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7175E7-4322-4D65-8053-A987E0C82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291D81-A674-43E9-9529-32D5EE15E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FF8918-01D1-4ED1-8B7D-21500721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BC8AC7-87E6-4912-9813-6DFF1B71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28BD0B-6AC3-4314-81A6-05552DA4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44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4EA28C-5040-4401-87D2-DF3E5BDB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AC500D-C91C-4DA6-BDCF-12C22AFA1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0F84F8-5893-4C47-96A1-3D1ADA56B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DC2CD15-6F42-4BB2-BEA4-282746E01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7A21DC-17E6-460E-879E-64BEA64F2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10A575C-3893-41CE-89F9-4EE6410F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6340F14-22F8-4E58-BE03-E6A17F767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5D24AB-CFA3-434D-B877-345356A7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62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2C000A-C7EB-41CF-B365-1DDFF7916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14BFD5-07B8-4F10-ADFA-D654B95F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1983832-33A8-47F0-9C76-9D9C86E2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F26ED96-C4CC-4D66-839E-E7CAC5AB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487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C5CC893-D6E8-4DBD-9C28-6405B7FD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D2DC999-3307-4759-948E-AAF23F0D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B1F11A-F47F-44B0-8930-F259CACB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94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5579D-AC2C-44D8-9CE5-35875DE1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DD0B84-B714-41E4-BD24-B1370D437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D47971-F040-40B7-8696-A1CD7F2F8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52FBE2-6C1A-4E59-B975-152E8AC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90AE4F-F8CD-4F6F-B959-D3F6F979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BD44AD-9099-4A1E-9BE7-36937BE2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00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1CB051-B159-4CEA-B3EB-F9D14CE18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5C2DD97-34F5-486E-945C-9B8F443E1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23CBAF-86F3-4414-AE33-5AC50E8A4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6E50CD-E1DF-4F83-B7D3-693C95D6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EA1766-2AC2-476A-98F0-EDA118DD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D5CC25-9502-4365-9C95-73EE3BC7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70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31A877-7AFA-4266-9BB3-1233653E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19EDC3-2DEE-4E43-BFF8-0ECF17A7A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569210-9329-484E-B2CC-65AE78F2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2AF963-B653-4FC9-A5F6-586AA2B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D07EE1-E638-4150-9E99-FBFBE17A3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735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2E1EEE9-0F43-46E6-A5FA-51B84879E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41D733-9EF7-47E4-BBDF-421419C12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9493BE-50AF-4C5B-A023-B5F56CA05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78D308-99A7-4646-BA09-BF84D4D7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CF9DA0-4D12-4A8A-88D7-2D24D1C8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16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04D994-6355-4DC3-80EC-A94478AB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78475B-A9A1-4B63-BF31-D33E393D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A9B4D7-1492-4E90-B90C-6D4268ECD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09523B-8208-4BBC-B617-A3763DEB8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02325D-B40C-4CA4-8F24-54A18EB8B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92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61F1CA14-3ACB-4284-BC77-A14332B4D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71" y="1739844"/>
            <a:ext cx="8778258" cy="512065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F99D19-2E18-459A-AA1A-1AF69AA7A7FA}"/>
              </a:ext>
            </a:extLst>
          </p:cNvPr>
          <p:cNvSpPr txBox="1"/>
          <p:nvPr/>
        </p:nvSpPr>
        <p:spPr>
          <a:xfrm>
            <a:off x="1349828" y="0"/>
            <a:ext cx="2890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Dice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Easy Cases</a:t>
            </a:r>
            <a:r>
              <a:rPr lang="ja-JP" altLang="en-US" sz="2000" dirty="0"/>
              <a:t>）</a:t>
            </a:r>
            <a:endParaRPr kumimoji="1" lang="ja-JP" altLang="en-US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4D4EE1A-52EA-4899-997A-CE5552AA74F9}"/>
              </a:ext>
            </a:extLst>
          </p:cNvPr>
          <p:cNvSpPr txBox="1"/>
          <p:nvPr/>
        </p:nvSpPr>
        <p:spPr>
          <a:xfrm>
            <a:off x="5219484" y="-44682"/>
            <a:ext cx="24080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Dice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Medium Cases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06CD5C-81DA-4046-BE8D-265E0FDDA0DF}"/>
              </a:ext>
            </a:extLst>
          </p:cNvPr>
          <p:cNvSpPr txBox="1"/>
          <p:nvPr/>
        </p:nvSpPr>
        <p:spPr>
          <a:xfrm>
            <a:off x="8613091" y="-51669"/>
            <a:ext cx="2332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Dice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Difficult Cases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C3E50F5-4D95-4516-85B4-4434FEA09A7B}"/>
              </a:ext>
            </a:extLst>
          </p:cNvPr>
          <p:cNvSpPr txBox="1"/>
          <p:nvPr/>
        </p:nvSpPr>
        <p:spPr>
          <a:xfrm>
            <a:off x="4917959" y="663204"/>
            <a:ext cx="3108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Adaptive PolyDice-1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Medium Cases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11CB2DE-63B4-49D9-9003-455FA6D71DEB}"/>
              </a:ext>
            </a:extLst>
          </p:cNvPr>
          <p:cNvSpPr txBox="1"/>
          <p:nvPr/>
        </p:nvSpPr>
        <p:spPr>
          <a:xfrm>
            <a:off x="8618961" y="590033"/>
            <a:ext cx="3108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Adaptive PolyDice-1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Difficult Cases</a:t>
            </a:r>
            <a:r>
              <a:rPr lang="ja-JP" altLang="en-US" sz="2000" dirty="0"/>
              <a:t>）</a:t>
            </a:r>
            <a:endParaRPr kumimoji="1" lang="ja-JP" altLang="en-US" sz="20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C8722A0-0007-48E5-87BF-2368F966A0BD}"/>
              </a:ext>
            </a:extLst>
          </p:cNvPr>
          <p:cNvSpPr/>
          <p:nvPr/>
        </p:nvSpPr>
        <p:spPr>
          <a:xfrm>
            <a:off x="551982" y="187004"/>
            <a:ext cx="587829" cy="230539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BF32A83-C6A5-4A97-897E-ECD8D3DB00DB}"/>
              </a:ext>
            </a:extLst>
          </p:cNvPr>
          <p:cNvSpPr/>
          <p:nvPr/>
        </p:nvSpPr>
        <p:spPr>
          <a:xfrm>
            <a:off x="4240363" y="187004"/>
            <a:ext cx="587829" cy="230539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94DE286-12D5-47E2-832A-44A40FE3F1D1}"/>
              </a:ext>
            </a:extLst>
          </p:cNvPr>
          <p:cNvSpPr/>
          <p:nvPr/>
        </p:nvSpPr>
        <p:spPr>
          <a:xfrm>
            <a:off x="8026503" y="186193"/>
            <a:ext cx="587829" cy="230539"/>
          </a:xfrm>
          <a:prstGeom prst="rect">
            <a:avLst/>
          </a:prstGeom>
          <a:solidFill>
            <a:srgbClr val="F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104CF7C-4A69-437B-BB75-625473A1778C}"/>
              </a:ext>
            </a:extLst>
          </p:cNvPr>
          <p:cNvSpPr txBox="1"/>
          <p:nvPr/>
        </p:nvSpPr>
        <p:spPr>
          <a:xfrm>
            <a:off x="1139812" y="663204"/>
            <a:ext cx="3100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Adaptive PolyDice-1 Loss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Easy Cases</a:t>
            </a:r>
            <a:r>
              <a:rPr lang="ja-JP" altLang="en-US" dirty="0"/>
              <a:t>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0592A49-BB4E-4209-AE1A-23C9EA5F8586}"/>
              </a:ext>
            </a:extLst>
          </p:cNvPr>
          <p:cNvSpPr/>
          <p:nvPr/>
        </p:nvSpPr>
        <p:spPr>
          <a:xfrm>
            <a:off x="551983" y="824970"/>
            <a:ext cx="587829" cy="2305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EE990DA-A3F3-44C9-82F1-F74A1D6B6640}"/>
              </a:ext>
            </a:extLst>
          </p:cNvPr>
          <p:cNvSpPr/>
          <p:nvPr/>
        </p:nvSpPr>
        <p:spPr>
          <a:xfrm>
            <a:off x="4240362" y="824970"/>
            <a:ext cx="587829" cy="230539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C56933C-0984-4F36-9169-15149BB38D35}"/>
              </a:ext>
            </a:extLst>
          </p:cNvPr>
          <p:cNvSpPr/>
          <p:nvPr/>
        </p:nvSpPr>
        <p:spPr>
          <a:xfrm>
            <a:off x="8039126" y="829518"/>
            <a:ext cx="587829" cy="2305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342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39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6</cp:revision>
  <dcterms:created xsi:type="dcterms:W3CDTF">2026-01-27T01:24:33Z</dcterms:created>
  <dcterms:modified xsi:type="dcterms:W3CDTF">2026-01-27T01:49:32Z</dcterms:modified>
</cp:coreProperties>
</file>