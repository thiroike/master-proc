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850855-F9AA-423D-B6A8-5E7BF4FEE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5AE708-068F-4224-A632-1A94A9E1E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063281-FE75-45A5-BD2B-B914CB98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209EF-6612-4AE7-9FDD-4434A174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AF4526-DCED-46A9-99C7-701B01E4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23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238306-A851-4472-91EF-E48A67BF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88DE85-54EA-468E-A120-81C841242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1D0948-CCA2-4371-A2E4-3A7E7B0D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7D42E0-7CDD-4AEF-94C3-45B8C960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6CB9C-48C8-4DA6-BC16-C5E81F97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16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4ACCC-91F0-475B-BFEE-7203A0C6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C12A48-842C-41FC-96E9-F7270DC21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4A8BFA-AA2F-4B59-BE3F-E60EAB86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BBEF9A-E2B4-4AA0-9F8D-93C5451B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9972D0-199D-45CA-9C79-77810D672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6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EDBC1-3858-4372-B479-4582114A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780C12-6431-43AA-9E05-2C5AB8F18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32F908-A8C9-4D8B-AFEE-4CADC8679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63D8FC-85E7-41B7-8EDC-6A1878DD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14579E-5267-4508-8FA9-433A6A70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608A74-B66B-43CE-8455-C3552A38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65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02E348-4FAA-4476-9501-D93A1B63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106333-7F14-4B30-B89A-EDADBA5E3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117AEA-49ED-4561-9655-A0287BA81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47F676-2240-499C-AF1C-D927014C1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3AC90B-4444-464D-BEAF-A64F72332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9EF0E90-1B35-412D-B928-72934CA7F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E1DF18-A9CB-4CD3-BD55-1E945FB1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24F2DF-3AB7-48F7-9360-5B60D568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87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38B6B2-CECF-4731-BB5A-15E54C62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99E64A-68AD-435E-9AA6-9C8B4CAA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1A3967-B5AC-48CD-ADC6-E7ED27EE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B02404-6CFB-47C2-9C00-082880BD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65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FFEFE2-BADA-4AE8-9C8C-C2339417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C12663-8676-47DD-BF37-337CE8EE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31BC1A-9719-4699-8170-C8EE05FB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895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5F97E2-99DD-47B0-BFC9-BDDB0BF2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E73B58-FE02-4448-8F0E-8AF97B17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724A18-1902-4739-A9F2-B70DD2924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51A9FC-7EAA-4884-8C89-41D20FC2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3A63AC-730B-4D9A-AC94-B31FB406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F3F4C6-6477-4A21-8C74-0EDFFD51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16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9F19C-949A-4F28-B116-5F8F9844E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6F0573-9B80-4C1A-9960-6B79CDB31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5DFA1B-B139-476B-AD94-529C1716C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88ABC1-E9A1-484A-B359-33AD7161A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AECC38-25AB-456F-B50C-CF5CE97B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8F28DE-777D-44C2-847E-204905C5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38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C5F415-86EA-4E64-819B-55FE7424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37669D-A42B-4BAF-AFF7-22CBF226B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DBF3AA-1171-4A13-AA60-46AFC4EF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202194-844C-423A-9488-05FD9C49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BE85A-386D-4EDB-B06B-859A8995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25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EA4C58-17DC-424F-AEF1-958D9D7DD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9251D7-4B0B-4691-8035-29D640612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8D02A5-225A-45EE-952F-22FD15EAC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25ED1-807B-49F7-9B7C-1A18CA831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97E732-8898-45E0-8796-7C501A01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BEBAB0-B5C5-4257-B705-8BAB49AA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2D641A-BA21-4FBD-9C94-7EB4F703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C12CB4-5C79-422A-9880-494B95330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5F0BB-22B6-478A-8F56-477C80C8B799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3494E-F067-41AC-ADDA-4B96B63F2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BA0D9-2F35-41EA-A107-FFF3476C3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DA069-3522-4130-A7F1-0F83FABC46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9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39BC7-D37A-40D3-A9C4-6C55CAD53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5804D1-FBAB-4783-90EF-B2B59DF7AB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3708D4E-8D44-4D41-AD2C-E4EC48A843DE}"/>
              </a:ext>
            </a:extLst>
          </p:cNvPr>
          <p:cNvSpPr txBox="1"/>
          <p:nvPr/>
        </p:nvSpPr>
        <p:spPr>
          <a:xfrm>
            <a:off x="2663597" y="5104325"/>
            <a:ext cx="2121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CVC-</a:t>
            </a:r>
            <a:r>
              <a:rPr kumimoji="1" lang="en-US" altLang="ja-JP" sz="2400" dirty="0" err="1">
                <a:latin typeface="Arial" panose="020B0604020202020204" pitchFamily="34" charset="0"/>
                <a:cs typeface="Arial" panose="020B0604020202020204" pitchFamily="34" charset="0"/>
              </a:rPr>
              <a:t>ClinicDB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4DD6A4B-2BA7-479C-8112-FC71DB09F428}"/>
              </a:ext>
            </a:extLst>
          </p:cNvPr>
          <p:cNvSpPr txBox="1"/>
          <p:nvPr/>
        </p:nvSpPr>
        <p:spPr>
          <a:xfrm>
            <a:off x="7998670" y="510432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>
                <a:latin typeface="Arial" panose="020B0604020202020204" pitchFamily="34" charset="0"/>
                <a:cs typeface="Arial" panose="020B0604020202020204" pitchFamily="34" charset="0"/>
              </a:rPr>
              <a:t>Kvasir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-SEG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8A04308-B1E6-4052-96E4-5BA39C761640}"/>
              </a:ext>
            </a:extLst>
          </p:cNvPr>
          <p:cNvSpPr txBox="1"/>
          <p:nvPr/>
        </p:nvSpPr>
        <p:spPr>
          <a:xfrm>
            <a:off x="9899200" y="474532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2E50B26-5928-4EB9-89E3-0D2DBC3F0A15}"/>
              </a:ext>
            </a:extLst>
          </p:cNvPr>
          <p:cNvSpPr txBox="1"/>
          <p:nvPr/>
        </p:nvSpPr>
        <p:spPr>
          <a:xfrm>
            <a:off x="5579281" y="474532"/>
            <a:ext cx="3695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D66226D-D1DD-4EAD-93A9-54DE5A8FEC55}"/>
              </a:ext>
            </a:extLst>
          </p:cNvPr>
          <p:cNvSpPr/>
          <p:nvPr/>
        </p:nvSpPr>
        <p:spPr>
          <a:xfrm>
            <a:off x="9274523" y="590094"/>
            <a:ext cx="587829" cy="2305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10AFFF-DD96-4701-9444-AF208F1C175D}"/>
              </a:ext>
            </a:extLst>
          </p:cNvPr>
          <p:cNvSpPr/>
          <p:nvPr/>
        </p:nvSpPr>
        <p:spPr>
          <a:xfrm>
            <a:off x="4954604" y="590050"/>
            <a:ext cx="587829" cy="230539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57640596-D928-4A90-993A-AACFB788F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65" y="1534586"/>
            <a:ext cx="5486411" cy="320040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B57EA43-046C-496D-AE3F-6BB7D7BA5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076" y="1534586"/>
            <a:ext cx="5486411" cy="3200407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E356DE8-EF48-4291-8A9D-4A11A5A72642}"/>
              </a:ext>
            </a:extLst>
          </p:cNvPr>
          <p:cNvSpPr txBox="1"/>
          <p:nvPr/>
        </p:nvSpPr>
        <p:spPr>
          <a:xfrm rot="16200000">
            <a:off x="-937532" y="2903957"/>
            <a:ext cx="2336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Dice Coefficient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859AC30-1C8F-4206-9558-F5DBF8807D71}"/>
              </a:ext>
            </a:extLst>
          </p:cNvPr>
          <p:cNvSpPr txBox="1"/>
          <p:nvPr/>
        </p:nvSpPr>
        <p:spPr>
          <a:xfrm>
            <a:off x="1233624" y="4527484"/>
            <a:ext cx="14157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Easy Cases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0534C5F-D7B7-4A5C-96B2-44E80BF85E36}"/>
              </a:ext>
            </a:extLst>
          </p:cNvPr>
          <p:cNvSpPr txBox="1"/>
          <p:nvPr/>
        </p:nvSpPr>
        <p:spPr>
          <a:xfrm>
            <a:off x="2650909" y="4527484"/>
            <a:ext cx="172354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Medium Cases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4A8B71E-6121-4954-85A0-98F8EE53E514}"/>
              </a:ext>
            </a:extLst>
          </p:cNvPr>
          <p:cNvSpPr txBox="1"/>
          <p:nvPr/>
        </p:nvSpPr>
        <p:spPr>
          <a:xfrm>
            <a:off x="4374458" y="4527484"/>
            <a:ext cx="14029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Hard Cases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6D935B49-4A91-49F7-9567-7804D0776713}"/>
              </a:ext>
            </a:extLst>
          </p:cNvPr>
          <p:cNvGrpSpPr/>
          <p:nvPr/>
        </p:nvGrpSpPr>
        <p:grpSpPr>
          <a:xfrm>
            <a:off x="6496867" y="4530592"/>
            <a:ext cx="4543782" cy="369332"/>
            <a:chOff x="7266626" y="4530990"/>
            <a:chExt cx="4543782" cy="369332"/>
          </a:xfrm>
        </p:grpSpPr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752FB32-40D5-47C3-92C7-C2D0653C68CD}"/>
                </a:ext>
              </a:extLst>
            </p:cNvPr>
            <p:cNvSpPr txBox="1"/>
            <p:nvPr/>
          </p:nvSpPr>
          <p:spPr>
            <a:xfrm>
              <a:off x="7266626" y="4530990"/>
              <a:ext cx="14157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Easy Cases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12D3549F-65FB-4B88-B53A-D5ACF6ED5A89}"/>
                </a:ext>
              </a:extLst>
            </p:cNvPr>
            <p:cNvSpPr txBox="1"/>
            <p:nvPr/>
          </p:nvSpPr>
          <p:spPr>
            <a:xfrm>
              <a:off x="8683911" y="4530990"/>
              <a:ext cx="172354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Medium Cases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BCE5052A-8C2E-4C8D-A704-65234019D855}"/>
                </a:ext>
              </a:extLst>
            </p:cNvPr>
            <p:cNvSpPr txBox="1"/>
            <p:nvPr/>
          </p:nvSpPr>
          <p:spPr>
            <a:xfrm>
              <a:off x="10407460" y="4530990"/>
              <a:ext cx="140294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Hard Cases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397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5</cp:revision>
  <dcterms:created xsi:type="dcterms:W3CDTF">2026-01-27T02:40:38Z</dcterms:created>
  <dcterms:modified xsi:type="dcterms:W3CDTF">2026-01-27T03:15:52Z</dcterms:modified>
</cp:coreProperties>
</file>