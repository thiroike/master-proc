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08080"/>
    <a:srgbClr val="008000"/>
    <a:srgbClr val="90EE90"/>
    <a:srgbClr val="0000FF"/>
    <a:srgbClr val="ADD8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44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F6D933-F475-47B7-A8F6-48C2F2FE2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75EA8E9-7353-46A2-95A9-2AA95B5F4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84BD18-A425-42B7-9370-A71704DB0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EB63-B076-41CE-9F45-8C82BB7CCB5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088CE0-61FD-42E6-8EA0-2F41FEFAC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8F7B41-D56F-4368-AD62-FA84B7358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29D2A-02C8-4838-BEFC-08115ADF6C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3883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C338B7-D093-4578-86FE-E484187B0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137C3D-78E7-4A6B-8ED3-B30CD963F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0E44A3-6E26-49F9-8EF2-D2C703D0B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EB63-B076-41CE-9F45-8C82BB7CCB5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95EE8E-CFD6-429E-913F-B7D36774A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475C93-DF15-453A-AF1E-D25F48E1B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29D2A-02C8-4838-BEFC-08115ADF6C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2818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9DB4A1-638D-402E-B73D-D543DF2AA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7DA005C-7E97-4BCC-A7BF-43C708102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F24369-416E-4DBD-9538-D7C6C7B74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EB63-B076-41CE-9F45-8C82BB7CCB5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BC687B3-9012-40E3-8005-417374CE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01E410-7241-4CE9-97FB-5CA32DBD9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29D2A-02C8-4838-BEFC-08115ADF6C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1248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7565B2-946D-4D19-B37F-6D748127C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7175E7-4322-4D65-8053-A987E0C826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8291D81-A674-43E9-9529-32D5EE15E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4FF8918-01D1-4ED1-8B7D-21500721D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EB63-B076-41CE-9F45-8C82BB7CCB5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BC8AC7-87E6-4912-9813-6DFF1B716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D28BD0B-6AC3-4314-81A6-05552DA42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29D2A-02C8-4838-BEFC-08115ADF6C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1449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4EA28C-5040-4401-87D2-DF3E5BDB6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AC500D-C91C-4DA6-BDCF-12C22AFA1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60F84F8-5893-4C47-96A1-3D1ADA56B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DC2CD15-6F42-4BB2-BEA4-282746E01A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87A21DC-17E6-460E-879E-64BEA64F22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10A575C-3893-41CE-89F9-4EE6410F7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EB63-B076-41CE-9F45-8C82BB7CCB5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6340F14-22F8-4E58-BE03-E6A17F767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C5D24AB-CFA3-434D-B877-345356A71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29D2A-02C8-4838-BEFC-08115ADF6C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0628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2C000A-C7EB-41CF-B365-1DDFF7916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D14BFD5-07B8-4F10-ADFA-D654B95FB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EB63-B076-41CE-9F45-8C82BB7CCB5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1983832-33A8-47F0-9C76-9D9C86E25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F26ED96-C4CC-4D66-839E-E7CAC5ABF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29D2A-02C8-4838-BEFC-08115ADF6C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4875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C5CC893-D6E8-4DBD-9C28-6405B7FD4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EB63-B076-41CE-9F45-8C82BB7CCB5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D2DC999-3307-4759-948E-AAF23F0D5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DB1F11A-F47F-44B0-8930-F259CACBE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29D2A-02C8-4838-BEFC-08115ADF6C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4944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C5579D-AC2C-44D8-9CE5-35875DE18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4DD0B84-B714-41E4-BD24-B1370D437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ED47971-F040-40B7-8696-A1CD7F2F8D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F52FBE2-6C1A-4E59-B975-152E8ACAE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EB63-B076-41CE-9F45-8C82BB7CCB5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090AE4F-F8CD-4F6F-B959-D3F6F979C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4BD44AD-9099-4A1E-9BE7-36937BE27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29D2A-02C8-4838-BEFC-08115ADF6C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3003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1CB051-B159-4CEA-B3EB-F9D14CE18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5C2DD97-34F5-486E-945C-9B8F443E15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C23CBAF-86F3-4414-AE33-5AC50E8A4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56E50CD-E1DF-4F83-B7D3-693C95D69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EB63-B076-41CE-9F45-8C82BB7CCB5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BEA1766-2AC2-476A-98F0-EDA118DDD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D5CC25-9502-4365-9C95-73EE3BC7C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29D2A-02C8-4838-BEFC-08115ADF6C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7704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31A877-7AFA-4266-9BB3-1233653EF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019EDC3-2DEE-4E43-BFF8-0ECF17A7A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569210-9329-484E-B2CC-65AE78F27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EB63-B076-41CE-9F45-8C82BB7CCB5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2AF963-B653-4FC9-A5F6-586AA2B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D07EE1-E638-4150-9E99-FBFBE17A3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29D2A-02C8-4838-BEFC-08115ADF6C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3735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2E1EEE9-0F43-46E6-A5FA-51B84879EB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C41D733-9EF7-47E4-BBDF-421419C12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9493BE-50AF-4C5B-A023-B5F56CA05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EB63-B076-41CE-9F45-8C82BB7CCB5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78D308-99A7-4646-BA09-BF84D4D76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CF9DA0-4D12-4A8A-88D7-2D24D1C87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29D2A-02C8-4838-BEFC-08115ADF6C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3163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204D994-6355-4DC3-80EC-A94478ABC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E78475B-A9A1-4B63-BF31-D33E393D4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A9B4D7-1492-4E90-B90C-6D4268ECD7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7EB63-B076-41CE-9F45-8C82BB7CCB55}" type="datetimeFigureOut">
              <a:rPr kumimoji="1" lang="ja-JP" altLang="en-US" smtClean="0"/>
              <a:t>2026/1/27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09523B-8208-4BBC-B617-A3763DEB89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02325D-B40C-4CA4-8F24-54A18EB8B7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629D2A-02C8-4838-BEFC-08115ADF6C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3920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3E313576-C7E0-42F2-9EB0-3DE836AF33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71" y="1737350"/>
            <a:ext cx="8778258" cy="512065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5F99D19-2E18-459A-AA1A-1AF69AA7A7FA}"/>
              </a:ext>
            </a:extLst>
          </p:cNvPr>
          <p:cNvSpPr txBox="1"/>
          <p:nvPr/>
        </p:nvSpPr>
        <p:spPr>
          <a:xfrm>
            <a:off x="1349828" y="0"/>
            <a:ext cx="2890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Dice Loss</a:t>
            </a:r>
          </a:p>
          <a:p>
            <a:pPr algn="ctr"/>
            <a:r>
              <a:rPr lang="ja-JP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Easy Cases</a:t>
            </a:r>
            <a:r>
              <a:rPr lang="ja-JP" altLang="en-US" sz="2000" dirty="0"/>
              <a:t>）</a:t>
            </a:r>
            <a:endParaRPr kumimoji="1" lang="ja-JP" altLang="en-US" sz="20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4D4EE1A-52EA-4899-997A-CE5552AA74F9}"/>
              </a:ext>
            </a:extLst>
          </p:cNvPr>
          <p:cNvSpPr txBox="1"/>
          <p:nvPr/>
        </p:nvSpPr>
        <p:spPr>
          <a:xfrm>
            <a:off x="5219484" y="-44682"/>
            <a:ext cx="24080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Dice Loss</a:t>
            </a:r>
          </a:p>
          <a:p>
            <a:pPr algn="ctr"/>
            <a:r>
              <a:rPr lang="ja-JP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Medium Cases</a:t>
            </a:r>
            <a:r>
              <a:rPr lang="ja-JP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kumimoji="1" lang="ja-JP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906CD5C-81DA-4046-BE8D-265E0FDDA0DF}"/>
              </a:ext>
            </a:extLst>
          </p:cNvPr>
          <p:cNvSpPr txBox="1"/>
          <p:nvPr/>
        </p:nvSpPr>
        <p:spPr>
          <a:xfrm>
            <a:off x="8613091" y="-51669"/>
            <a:ext cx="2332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Dice Loss</a:t>
            </a:r>
          </a:p>
          <a:p>
            <a:pPr algn="ctr"/>
            <a:r>
              <a:rPr lang="ja-JP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Difficult Cases</a:t>
            </a:r>
            <a:r>
              <a:rPr lang="ja-JP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kumimoji="1" lang="ja-JP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C3E50F5-4D95-4516-85B4-4434FEA09A7B}"/>
              </a:ext>
            </a:extLst>
          </p:cNvPr>
          <p:cNvSpPr txBox="1"/>
          <p:nvPr/>
        </p:nvSpPr>
        <p:spPr>
          <a:xfrm>
            <a:off x="4917959" y="663204"/>
            <a:ext cx="31085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Adaptive PolyDice-1 Loss</a:t>
            </a:r>
          </a:p>
          <a:p>
            <a:pPr algn="ctr"/>
            <a:r>
              <a:rPr lang="ja-JP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Medium Cases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11CB2DE-63B4-49D9-9003-455FA6D71DEB}"/>
              </a:ext>
            </a:extLst>
          </p:cNvPr>
          <p:cNvSpPr txBox="1"/>
          <p:nvPr/>
        </p:nvSpPr>
        <p:spPr>
          <a:xfrm>
            <a:off x="8618961" y="590033"/>
            <a:ext cx="31085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Adaptive PolyDice-1 Loss</a:t>
            </a:r>
          </a:p>
          <a:p>
            <a:pPr algn="ctr"/>
            <a:r>
              <a:rPr lang="ja-JP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Difficult Cases</a:t>
            </a:r>
            <a:r>
              <a:rPr lang="ja-JP" altLang="en-US" sz="2000" dirty="0"/>
              <a:t>）</a:t>
            </a:r>
            <a:endParaRPr kumimoji="1" lang="ja-JP" altLang="en-US" sz="2000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C8722A0-0007-48E5-87BF-2368F966A0BD}"/>
              </a:ext>
            </a:extLst>
          </p:cNvPr>
          <p:cNvSpPr/>
          <p:nvPr/>
        </p:nvSpPr>
        <p:spPr>
          <a:xfrm>
            <a:off x="551982" y="187004"/>
            <a:ext cx="587829" cy="230539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BF32A83-C6A5-4A97-897E-ECD8D3DB00DB}"/>
              </a:ext>
            </a:extLst>
          </p:cNvPr>
          <p:cNvSpPr/>
          <p:nvPr/>
        </p:nvSpPr>
        <p:spPr>
          <a:xfrm>
            <a:off x="4240363" y="187004"/>
            <a:ext cx="587829" cy="230539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94DE286-12D5-47E2-832A-44A40FE3F1D1}"/>
              </a:ext>
            </a:extLst>
          </p:cNvPr>
          <p:cNvSpPr/>
          <p:nvPr/>
        </p:nvSpPr>
        <p:spPr>
          <a:xfrm>
            <a:off x="8026503" y="186193"/>
            <a:ext cx="587829" cy="230539"/>
          </a:xfrm>
          <a:prstGeom prst="rect">
            <a:avLst/>
          </a:prstGeom>
          <a:solidFill>
            <a:srgbClr val="F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104CF7C-4A69-437B-BB75-625473A1778C}"/>
              </a:ext>
            </a:extLst>
          </p:cNvPr>
          <p:cNvSpPr txBox="1"/>
          <p:nvPr/>
        </p:nvSpPr>
        <p:spPr>
          <a:xfrm>
            <a:off x="1139812" y="663204"/>
            <a:ext cx="31005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Adaptive PolyDice-1 Loss</a:t>
            </a:r>
            <a:r>
              <a:rPr lang="ja-JP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Easy Cases</a:t>
            </a:r>
            <a:r>
              <a:rPr lang="ja-JP" altLang="en-US" dirty="0"/>
              <a:t>）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0592A49-BB4E-4209-AE1A-23C9EA5F8586}"/>
              </a:ext>
            </a:extLst>
          </p:cNvPr>
          <p:cNvSpPr/>
          <p:nvPr/>
        </p:nvSpPr>
        <p:spPr>
          <a:xfrm>
            <a:off x="551983" y="824970"/>
            <a:ext cx="587829" cy="230539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EE990DA-A3F3-44C9-82F1-F74A1D6B6640}"/>
              </a:ext>
            </a:extLst>
          </p:cNvPr>
          <p:cNvSpPr/>
          <p:nvPr/>
        </p:nvSpPr>
        <p:spPr>
          <a:xfrm>
            <a:off x="4240362" y="824970"/>
            <a:ext cx="587829" cy="230539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C56933C-0984-4F36-9169-15149BB38D35}"/>
              </a:ext>
            </a:extLst>
          </p:cNvPr>
          <p:cNvSpPr/>
          <p:nvPr/>
        </p:nvSpPr>
        <p:spPr>
          <a:xfrm>
            <a:off x="8039126" y="829518"/>
            <a:ext cx="587829" cy="2305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3428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39</Words>
  <Application>Microsoft Office PowerPoint</Application>
  <PresentationFormat>ワイド画面</PresentationFormat>
  <Paragraphs>11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廣池　友哉</dc:creator>
  <cp:lastModifiedBy>廣池　友哉</cp:lastModifiedBy>
  <cp:revision>6</cp:revision>
  <dcterms:created xsi:type="dcterms:W3CDTF">2026-01-27T01:24:33Z</dcterms:created>
  <dcterms:modified xsi:type="dcterms:W3CDTF">2026-01-27T01:48:11Z</dcterms:modified>
</cp:coreProperties>
</file>